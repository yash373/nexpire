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265290d8e3438b" /><Relationship Type="http://schemas.openxmlformats.org/officeDocument/2006/relationships/extended-properties" Target="/docProps/app.xml" Id="R38c5525443dd44cd" /><Relationship Type="http://schemas.openxmlformats.org/officeDocument/2006/relationships/officeDocument" Target="/ppt/presentation.xml" Id="Rdbe4e3e4005943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85d126546c476d"/>
  </p:sldMasterIdLst>
  <p:notesMasterIdLst>
    <p:notesMasterId xmlns:r="http://schemas.openxmlformats.org/officeDocument/2006/relationships" r:id="Rbcd9b04f93ce4e21"/>
  </p:notesMasterIdLst>
  <p:sldIdLst>
    <p:sldId xmlns:r="http://schemas.openxmlformats.org/officeDocument/2006/relationships" id="256" r:id="R02b1dde210874013"/>
    <p:sldId xmlns:r="http://schemas.openxmlformats.org/officeDocument/2006/relationships" id="257" r:id="Rc07779993a8e4a01"/>
    <p:sldId xmlns:r="http://schemas.openxmlformats.org/officeDocument/2006/relationships" id="258" r:id="R321547f9d1af4177"/>
    <p:sldId xmlns:r="http://schemas.openxmlformats.org/officeDocument/2006/relationships" id="259" r:id="R96c20709db7c48a6"/>
    <p:sldId xmlns:r="http://schemas.openxmlformats.org/officeDocument/2006/relationships" id="260" r:id="R261abdd1d3664787"/>
    <p:sldId xmlns:r="http://schemas.openxmlformats.org/officeDocument/2006/relationships" id="261" r:id="R634261235a6d429d"/>
    <p:sldId xmlns:r="http://schemas.openxmlformats.org/officeDocument/2006/relationships" id="262" r:id="R7d60f817bcbe4a87"/>
    <p:sldId xmlns:r="http://schemas.openxmlformats.org/officeDocument/2006/relationships" id="263" r:id="Rf94936cc93874a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a188b90ed64c79" /><Relationship Type="http://schemas.openxmlformats.org/officeDocument/2006/relationships/slideMaster" Target="/ppt/slideMasters/slideMaster1.xml" Id="R1a85d126546c476d" /><Relationship Type="http://schemas.openxmlformats.org/officeDocument/2006/relationships/notesMaster" Target="/ppt/notesMasters/notesMaster1.xml" Id="Rbcd9b04f93ce4e21" /><Relationship Type="http://schemas.openxmlformats.org/officeDocument/2006/relationships/presProps" Target="/ppt/presProps.xml" Id="Rda36e7ae4b9e4bcf" /><Relationship Type="http://schemas.openxmlformats.org/officeDocument/2006/relationships/tableStyles" Target="/ppt/tableStyles.xml" Id="R2739dc552b56432f" /><Relationship Type="http://schemas.openxmlformats.org/officeDocument/2006/relationships/slide" Target="/ppt/slides/slide1.xml" Id="R02b1dde210874013" /><Relationship Type="http://schemas.openxmlformats.org/officeDocument/2006/relationships/slide" Target="/ppt/slides/slide2.xml" Id="Rc07779993a8e4a01" /><Relationship Type="http://schemas.openxmlformats.org/officeDocument/2006/relationships/slide" Target="/ppt/slides/slide3.xml" Id="R321547f9d1af4177" /><Relationship Type="http://schemas.openxmlformats.org/officeDocument/2006/relationships/slide" Target="/ppt/slides/slide4.xml" Id="R96c20709db7c48a6" /><Relationship Type="http://schemas.openxmlformats.org/officeDocument/2006/relationships/slide" Target="/ppt/slides/slide5.xml" Id="R261abdd1d3664787" /><Relationship Type="http://schemas.openxmlformats.org/officeDocument/2006/relationships/slide" Target="/ppt/slides/slide6.xml" Id="R634261235a6d429d" /><Relationship Type="http://schemas.openxmlformats.org/officeDocument/2006/relationships/slide" Target="/ppt/slides/slide7.xml" Id="R7d60f817bcbe4a87" /><Relationship Type="http://schemas.openxmlformats.org/officeDocument/2006/relationships/slide" Target="/ppt/slides/slide8.xml" Id="Rf94936cc93874a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a744c6611b41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ae02bc28674928" /><Relationship Type="http://schemas.openxmlformats.org/officeDocument/2006/relationships/notesMaster" Target="/ppt/notesMasters/notesMaster1.xml" Id="Rc8fe2c09a35944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7fc543506e44a0" /><Relationship Type="http://schemas.openxmlformats.org/officeDocument/2006/relationships/notesMaster" Target="/ppt/notesMasters/notesMaster1.xml" Id="R8ec48104a63544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1a896ca4304455" /><Relationship Type="http://schemas.openxmlformats.org/officeDocument/2006/relationships/notesMaster" Target="/ppt/notesMasters/notesMaster1.xml" Id="R224280d4d3b948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0cdd9209004a19" /><Relationship Type="http://schemas.openxmlformats.org/officeDocument/2006/relationships/notesMaster" Target="/ppt/notesMasters/notesMaster1.xml" Id="R62f3792b8ee54d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f0bda8545f4ffe" /><Relationship Type="http://schemas.openxmlformats.org/officeDocument/2006/relationships/notesMaster" Target="/ppt/notesMasters/notesMaster1.xml" Id="Rae52115247944b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aa2a57f65f4a52" /><Relationship Type="http://schemas.openxmlformats.org/officeDocument/2006/relationships/notesMaster" Target="/ppt/notesMasters/notesMaster1.xml" Id="R131df181a76640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6d06d929624552" /><Relationship Type="http://schemas.openxmlformats.org/officeDocument/2006/relationships/notesMaster" Target="/ppt/notesMasters/notesMaster1.xml" Id="Raeea0954f2cb4e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7daa5089044a05" /><Relationship Type="http://schemas.openxmlformats.org/officeDocument/2006/relationships/notesMaster" Target="/ppt/notesMasters/notesMaster1.xml" Id="Re8f2916de34a4a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Nexpire product UI and copy from app/page.tsx and app/globals.css. The hero shows a representative mobile product state built from the current app surface.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framing based on the product brief and the expiry-tracking use case. No market-size or customer metrics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Expiry status contract in AGENTS.md and implementation in lib/expiry.ts. Red = expired, orange = 0–3 days, yellow = 4–7 days, green = more than 7 days.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Add-item form and sorting behavior in app/page.tsx and lib/expiry.ts.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sorting, filters, and status badges in app/page.tsx and lib/expiry.ts. The mobile UI is a representative composition of the current PWA surface.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 scope, PWA conventions, and storage implementation in AGENTS.md, app/manifest.ts, public/sw.js, and lib/storage.ts. No remote-storage or analytics claims beyond the current repository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mobile responsive layout in app/globals.css and current app/page.tsx product surface.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Current MVP scope is defined in AGENTS.md and the repository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e4ea3232c43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343754f8ec4246" /><Relationship Type="http://schemas.openxmlformats.org/officeDocument/2006/relationships/slideLayout" Target="/ppt/slideLayouts/slideLayout1.xml" Id="R6d66b302a7de4f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66b302a7de4f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63398f3bb4db7" /><Relationship Type="http://schemas.openxmlformats.org/officeDocument/2006/relationships/image" Target="/ppt/media/image.png" Id="Rb0b4099c1ab64e6d" /><Relationship Type="http://schemas.openxmlformats.org/officeDocument/2006/relationships/image" Target="/ppt/media/image2.png" Id="R2a75a7acf5e849c9" /><Relationship Type="http://schemas.openxmlformats.org/officeDocument/2006/relationships/notesSlide" Target="/ppt/notesSlides/notesSlide1.xml" Id="Rfefd3c4c7b234f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a0b7a04954d4f" /><Relationship Type="http://schemas.openxmlformats.org/officeDocument/2006/relationships/image" Target="/ppt/media/image3.png" Id="R67c161e8c0454b0f" /><Relationship Type="http://schemas.openxmlformats.org/officeDocument/2006/relationships/notesSlide" Target="/ppt/notesSlides/notesSlide2.xml" Id="R18c43cbec13248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86abe8cf04485" /><Relationship Type="http://schemas.openxmlformats.org/officeDocument/2006/relationships/image" Target="/ppt/media/image4.png" Id="R510e09e54b5a4d76" /><Relationship Type="http://schemas.openxmlformats.org/officeDocument/2006/relationships/notesSlide" Target="/ppt/notesSlides/notesSlide3.xml" Id="R095ed16e6eaa44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0e263a8a84f10" /><Relationship Type="http://schemas.openxmlformats.org/officeDocument/2006/relationships/image" Target="/ppt/media/image5.png" Id="Rbe08c5f695a045a8" /><Relationship Type="http://schemas.openxmlformats.org/officeDocument/2006/relationships/image" Target="/ppt/media/image6.png" Id="R98596e2ac35f4777" /><Relationship Type="http://schemas.openxmlformats.org/officeDocument/2006/relationships/notesSlide" Target="/ppt/notesSlides/notesSlide4.xml" Id="R451f323151b849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9b4e6659e4bce" /><Relationship Type="http://schemas.openxmlformats.org/officeDocument/2006/relationships/image" Target="/ppt/media/image7.png" Id="Rdb9a7d068b0d4f65" /><Relationship Type="http://schemas.openxmlformats.org/officeDocument/2006/relationships/image" Target="/ppt/media/image8.png" Id="Rb182138f8d31418a" /><Relationship Type="http://schemas.openxmlformats.org/officeDocument/2006/relationships/notesSlide" Target="/ppt/notesSlides/notesSlide5.xml" Id="R2e2cfaf15b814e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eb2e764714419" /><Relationship Type="http://schemas.openxmlformats.org/officeDocument/2006/relationships/image" Target="/ppt/media/image9.png" Id="R86eb2f1a408e4802" /><Relationship Type="http://schemas.openxmlformats.org/officeDocument/2006/relationships/notesSlide" Target="/ppt/notesSlides/notesSlide6.xml" Id="Rbaa53886f9504c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a0f65738d459e" /><Relationship Type="http://schemas.openxmlformats.org/officeDocument/2006/relationships/image" Target="/ppt/media/image10.png" Id="R05c7e25bedcc4879" /><Relationship Type="http://schemas.openxmlformats.org/officeDocument/2006/relationships/image" Target="/ppt/media/image11.png" Id="R94b06357c2cc40f1" /><Relationship Type="http://schemas.openxmlformats.org/officeDocument/2006/relationships/image" Target="/ppt/media/image12.png" Id="Rcd76f1e5c96e4726" /><Relationship Type="http://schemas.openxmlformats.org/officeDocument/2006/relationships/notesSlide" Target="/ppt/notesSlides/notesSlide7.xml" Id="R468c1ee07f6340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4dae4e7ed4546" /><Relationship Type="http://schemas.openxmlformats.org/officeDocument/2006/relationships/image" Target="/ppt/media/image13.png" Id="R1a731c6c3d4f474c" /><Relationship Type="http://schemas.openxmlformats.org/officeDocument/2006/relationships/image" Target="/ppt/media/image14.png" Id="R82e69b2006334898" /><Relationship Type="http://schemas.openxmlformats.org/officeDocument/2006/relationships/notesSlide" Target="/ppt/notesSlides/notesSlide8.xml" Id="Raf4ed305cfff47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A3C494-BE37-49F0-B7BC-5290855C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51D43-D833-4744-91DF-B7E090A1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381000"/>
            <a:ext cx="590550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13568-9FF4-462D-AE2E-A88D1BAE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3619500" cy="457200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DDE9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8DCF6-FEA4-48E7-BB69-928342DD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7962900" y="781050"/>
            <a:ext cx="2714625" cy="5143500"/>
          </a:xfrm>
          <a:prstGeom xmlns:a="http://schemas.openxmlformats.org/drawingml/2006/main" prst="roundRect">
            <a:avLst>
              <a:gd name="adj" fmla="val 11930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19050">
            <a:solidFill>
              <a:srgbClr val="0E2C3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B05D9-4C7F-4F34-AB58-058604D3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8048625" y="866775"/>
            <a:ext cx="2543175" cy="4972050"/>
          </a:xfrm>
          <a:prstGeom xmlns:a="http://schemas.openxmlformats.org/drawingml/2006/main" prst="roundRect">
            <a:avLst>
              <a:gd name="adj" fmla="val 10487"/>
            </a:avLst>
          </a:prstGeom>
          <a:solidFill xmlns:a="http://schemas.openxmlformats.org/drawingml/2006/main">
            <a:srgbClr val="E8EF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BDE26-C4D0-45F5-B7AD-D9EE209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952500"/>
            <a:ext cx="762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0">
            <a:noFill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4099c1ab64e6d"/>
          <a:stretch xmlns:a="http://schemas.openxmlformats.org/drawingml/2006/main"/>
        </p:blipFill>
        <p:spPr>
          <a:xfrm xmlns:a="http://schemas.openxmlformats.org/drawingml/2006/main">
            <a:off x="8248650" y="1304925"/>
            <a:ext cx="220028" cy="22002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9518B-19BF-488E-A394-EA21123E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543" y="1341596"/>
            <a:ext cx="785813" cy="178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4133E-69FB-492A-A1D9-322A2B2F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41922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rPr>
              <a:t>● Private on this device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14080-776F-42D6-BE42-9D62F68B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716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HOUSEHOLD WATCHLIST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2DDA4-43B2-4A11-A2F3-744FFEAB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19325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Keep the little</a:t>
            </a:r>
          </a:p>
          <a:p xmlns:a="http://schemas.openxmlformats.org/drawingml/2006/main">
            <a:pPr algn="l">
              <a:defRPr sz="17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deadlines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BD6AC-4FBE-432D-BD2A-4DD93008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66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Saturday 19 Sept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88282-F2FA-47E9-ADB2-4FF7D58D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90875"/>
            <a:ext cx="688975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ACEBF-49D1-4AB3-8503-462B58AF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86125"/>
            <a:ext cx="498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F6D5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84238-47C6-4834-8F9C-06B0C9C6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81400"/>
            <a:ext cx="498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856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Need attention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606D7-D5A1-4B7C-B412-F8705316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725" y="3190875"/>
            <a:ext cx="688975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09650-50DA-4727-8F7B-9C100B15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975" y="3286125"/>
            <a:ext cx="498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BA6E1-7A35-4E1E-A0A8-3F96D692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975" y="3581400"/>
            <a:ext cx="498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On your 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491FC-3E64-459F-9749-8D6435CE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800" y="3190875"/>
            <a:ext cx="688975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EEF6ED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3DC33-7947-4503-A4AF-530DDBB6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050" y="3286125"/>
            <a:ext cx="498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F8B7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F18D9-8B54-4183-80B4-6558F90B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050" y="3581400"/>
            <a:ext cx="498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Looking good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4AE01-BB0E-426E-A36F-AE2DFAFE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2143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03514-AE37-41B2-AA95-A7147987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D5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012E5-496B-46BB-8A34-08C0DABA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095750"/>
            <a:ext cx="1857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Paracetamol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02B28-1817-4ABF-87A6-6FF0F5C4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67200"/>
            <a:ext cx="18573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2 days overdue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84503-03AE-4E73-B1F6-0B90AC89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24375"/>
            <a:ext cx="2143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D6A9A2-0767-4128-85F5-D8834910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243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D5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617569-CBE7-48B6-B42E-5C58DC55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600575"/>
            <a:ext cx="1857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Toothpaste - bathroom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4C5A2F-9E13-45E8-943C-BFD78496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72025"/>
            <a:ext cx="18573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89F2EE-6C5A-45CC-AE07-1D39F27C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29200"/>
            <a:ext cx="2143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877F5B-ED72-4FDE-BC29-98388D68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2920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F11E45-F2D6-47A6-8A8D-BD8EDF78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105400"/>
            <a:ext cx="1857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Whole milk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09F8B5-B757-4F39-8E3E-22AFCD71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276850"/>
            <a:ext cx="18573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3 days left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8FFAAA-0C72-412B-A9C0-DB391FC8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34025"/>
            <a:ext cx="21431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CBCC24-5AD1-45A6-A6A5-AC97AFC3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3402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B7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7CA33B-5B29-4A8F-97B0-5153CD60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610225"/>
            <a:ext cx="1857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Mineral sunscreen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C0F4CE-FEAC-4297-AA38-02162330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781675"/>
            <a:ext cx="18573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rPr>
              <a:t>Safe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5a7acf5e849c9"/>
          <a:stretch xmlns:a="http://schemas.openxmlformats.org/drawingml/2006/main"/>
        </p:blipFill>
        <p:spPr>
          <a:xfrm xmlns:a="http://schemas.openxmlformats.org/drawingml/2006/main">
            <a:off x="704850" y="609600"/>
            <a:ext cx="312039" cy="312039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04E462-D02F-48DD-BD31-30F7CB1E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043" y="661606"/>
            <a:ext cx="1114425" cy="252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6457FC-774D-47B4-8B73-D6F741CC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PITCH DECK  /  2026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F36AB6-D89B-420E-B9A1-7F3E9416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Keep the little</a:t>
            </a:r>
          </a:p>
          <a:p xmlns:a="http://schemas.openxmlformats.org/drawingml/2006/main">
            <a:pPr algn="l">
              <a:defRPr sz="42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deadlines visible.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6181F0-EEDC-4D6F-8BC7-D2C5D5FF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Nexpire turns forgotten expiry dates into one calm, private watchlist for everyday life.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7D51BD-4AAB-41B5-8977-BAED95C8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6A2F5A-43A3-44A3-B57E-DA8DD66C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A mobile-first PWA for the things that matter before they become urgent.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7FB475-7051-4047-8056-B99335D3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NEXPIRE  /  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C8C59A-E17F-4CCC-9B45-42A472F9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DA"/>
            </a:solidFill>
          </a:ln>
        </p:spPr>
      </p:sp>
    </p:spTree>
    <p:extLst>
      <p:ext uri="{BB962C8B-B14F-4D97-AF65-F5344CB8AC3E}">
        <p14:creationId xmlns:p14="http://schemas.microsoft.com/office/powerpoint/2010/main" val="17864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161e8c0454b0f"/>
          <a:stretch xmlns:a="http://schemas.openxmlformats.org/drawingml/2006/main"/>
        </p:blipFill>
        <p:spPr>
          <a:xfrm xmlns:a="http://schemas.openxmlformats.org/drawingml/2006/main">
            <a:off x="609600" y="457200"/>
            <a:ext cx="288036" cy="2880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3D25E-4E03-47D9-9879-71FB616E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" y="505206"/>
            <a:ext cx="1028700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7E16D-BA9B-41DB-B87E-366E948A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A3B65-4AF1-4CBA-B4C4-4A782E02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619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Small deadlines</a:t>
            </a:r>
          </a:p>
          <a:p xmlns:a="http://schemas.openxmlformats.org/drawingml/2006/main">
            <a:pPr algn="l">
              <a:defRPr sz="3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become big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A9356-C416-4FD4-82E0-48F63125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442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Expiry is everywhere. Attention is not. The result is a household full of dates that only become visible once they are urgent.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40011-399F-4A72-9F3D-14791FA3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238250"/>
            <a:ext cx="17907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5D397-C438-484C-BD13-8FC1B15B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66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MEDICINE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E64DF-1F53-4C2B-A31C-D25CB9BD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907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F6D52"/>
                </a:solidFill>
                <a:latin typeface="Georgia"/>
                <a:ea typeface="Georgia"/>
                <a:cs typeface="Georgia"/>
              </a:rPr>
              <a:t>2 days</a:t>
            </a:r>
          </a:p>
          <a:p xmlns:a="http://schemas.openxmlformats.org/drawingml/2006/main">
            <a:pPr algn="l">
              <a:defRPr sz="225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F6D52"/>
                </a:solidFill>
                <a:latin typeface="Georgia"/>
                <a:ea typeface="Georgia"/>
                <a:cs typeface="Georgia"/>
              </a:rPr>
              <a:t>overdue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78A31-E6F3-416D-9FD3-86025975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14575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A dose past its date is a decision you should not have to make under pressure.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D954A-3192-4C0B-95E0-C70B0905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38250"/>
            <a:ext cx="17907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A428F-9CD9-4749-A8AC-7250A390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66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B7B16"/>
                </a:solidFill>
                <a:latin typeface="Helvetica Neue"/>
                <a:ea typeface="Helvetica Neue"/>
                <a:cs typeface="Helvetica Neue"/>
              </a:rPr>
              <a:t>GROCERIES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0E2D1-6F52-4095-BBCA-00403842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B7B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9B7B16"/>
                </a:solidFill>
                <a:latin typeface="Georgia"/>
                <a:ea typeface="Georgia"/>
                <a:cs typeface="Georgia"/>
              </a:rPr>
              <a:t>Today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CB881-EC86-45F2-9151-3A68E261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14575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The fridge is full of tiny timers, each with its own quiet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1BF0F-E0BB-4840-8092-12A4F7F7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17907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EEF6ED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ABD42-0418-4E4E-BF73-1B33D5BB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rPr>
              <a:t>DOCUMENTS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A89E3-C660-460A-9D5C-41C3C31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F8B72"/>
                </a:solidFill>
                <a:latin typeface="Georgia"/>
                <a:ea typeface="Georgia"/>
                <a:cs typeface="Georgia"/>
              </a:rPr>
              <a:t>42 days</a:t>
            </a:r>
          </a:p>
          <a:p xmlns:a="http://schemas.openxmlformats.org/drawingml/2006/main">
            <a:pPr algn="l">
              <a:defRPr sz="2250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F8B72"/>
                </a:solidFill>
                <a:latin typeface="Georgia"/>
                <a:ea typeface="Georgia"/>
                <a:cs typeface="Georgia"/>
              </a:rPr>
              <a:t>left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02981-7588-47D7-9F79-FC5C2844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14825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A renewal date hiding in a drawer can become a last-minute scramble.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6BE4E-72F8-4C87-A23A-46AADF05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NEXPIRE  / 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59C7B-F5B3-4BBB-AD39-D5A82467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DA"/>
            </a:solidFill>
          </a:ln>
        </p:spPr>
      </p:sp>
    </p:spTree>
    <p:extLst>
      <p:ext uri="{BB962C8B-B14F-4D97-AF65-F5344CB8AC3E}">
        <p14:creationId xmlns:p14="http://schemas.microsoft.com/office/powerpoint/2010/main" val="917814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3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e09e54b5a4d76"/>
          <a:stretch xmlns:a="http://schemas.openxmlformats.org/drawingml/2006/main"/>
        </p:blipFill>
        <p:spPr>
          <a:xfrm xmlns:a="http://schemas.openxmlformats.org/drawingml/2006/main">
            <a:off x="609600" y="457200"/>
            <a:ext cx="288036" cy="2880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D6431-2202-44E6-BB8B-63F39D34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" y="505206"/>
            <a:ext cx="1028700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CC6AC-B764-442A-9E20-8647F0CD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PRODUCT PRINCIPLE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5123F-DBC2-474A-BCD1-5BB19ED3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42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987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BFAF5"/>
                </a:solidFill>
                <a:latin typeface="Georgia"/>
                <a:ea typeface="Georgia"/>
                <a:cs typeface="Georgia"/>
              </a:rPr>
              <a:t>Quiet by default.</a:t>
            </a:r>
          </a:p>
          <a:p xmlns:a="http://schemas.openxmlformats.org/drawingml/2006/main">
            <a:pPr algn="l">
              <a:defRPr sz="375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BFAF5"/>
                </a:solidFill>
                <a:latin typeface="Georgia"/>
                <a:ea typeface="Georgia"/>
                <a:cs typeface="Georgia"/>
              </a:rPr>
              <a:t>Clear when it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07660-5EEE-4DD1-96AF-FD550F56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4429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Nexpire compresses the mental load into one glance: what needs action, what is coming up, and what is safely out of the way.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47AB0-A4B9-4255-A98D-11D633AF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1952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4A4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70F67-4AFF-49CB-AE10-13B1EEC1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13335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6D5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D9A3F-DD40-42CD-83F9-C08B3C94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954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04FB5-98EF-4639-97AD-15311E1D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BFAF5"/>
                </a:solidFill>
                <a:latin typeface="Georgia"/>
                <a:ea typeface="Georgia"/>
                <a:cs typeface="Georgia"/>
              </a:rPr>
              <a:t>Expired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80ADF-B29C-41B5-9E4E-06282AF3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Act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0CA83-4D1B-4ED8-989C-5DDF5B67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66850"/>
            <a:ext cx="1952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4A4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80EE8-2CF3-4CBC-8F1F-BA6A23D5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76400"/>
            <a:ext cx="13335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3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455AE-0ED4-4BCE-86F4-E1E92C15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954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ORANGE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6E275-ABA5-4BA6-9585-4F18FE63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431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BFAF5"/>
                </a:solidFill>
                <a:latin typeface="Georgia"/>
                <a:ea typeface="Georgia"/>
                <a:cs typeface="Georgia"/>
              </a:rPr>
              <a:t>Due soon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3AD46-5C8E-457B-B672-9BF68513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7A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D7A3F"/>
                </a:solidFill>
                <a:latin typeface="Helvetica Neue"/>
                <a:ea typeface="Helvetica Neue"/>
                <a:cs typeface="Helvetica Neue"/>
              </a:rPr>
              <a:t>0–3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CFF5E-45DF-4819-AC1D-06DCAB37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1952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4A4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FD105-DEA1-441F-A44F-219F8541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13335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A92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F8DEF-B9E8-421C-9FEB-D86D28EB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909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YELLOW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60554-5149-44B0-8ABF-54676911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385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BFAF5"/>
                </a:solidFill>
                <a:latin typeface="Georgia"/>
                <a:ea typeface="Georgia"/>
                <a:cs typeface="Georgia"/>
              </a:rPr>
              <a:t>Coming 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7E9C7-C8D6-4B6D-8E29-F03656B8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290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3A9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3A927"/>
                </a:solidFill>
                <a:latin typeface="Helvetica Neue"/>
                <a:ea typeface="Helvetica Neue"/>
                <a:cs typeface="Helvetica Neue"/>
              </a:rPr>
              <a:t>4–7 days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56827-DC09-4B83-89AF-F2787927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62300"/>
            <a:ext cx="1952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4A4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3ABF0-31C0-4EA2-8276-BBDB5021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71850"/>
            <a:ext cx="13335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B7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4A7E6-DAD7-42A4-8A41-B9509156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909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GREEN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01398-278C-4F70-B847-7A69EBA7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BFAF5"/>
                </a:solidFill>
                <a:latin typeface="Georgia"/>
                <a:ea typeface="Georgia"/>
                <a:cs typeface="Georgia"/>
              </a:rPr>
              <a:t>Safe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2B125-8816-4DB6-81E3-E79F4F4A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290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rPr>
              <a:t>&gt;7 days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8F7B5B-1DAF-46F0-BD38-4BE118DD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NEXPIRE  /  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20DFFB-6491-4542-ABB3-EBAE99A8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6268"/>
            </a:solidFill>
          </a:ln>
        </p:spPr>
      </p:sp>
    </p:spTree>
    <p:extLst>
      <p:ext uri="{BB962C8B-B14F-4D97-AF65-F5344CB8AC3E}">
        <p14:creationId xmlns:p14="http://schemas.microsoft.com/office/powerpoint/2010/main" val="17208011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8c5f695a045a8"/>
          <a:stretch xmlns:a="http://schemas.openxmlformats.org/drawingml/2006/main"/>
        </p:blipFill>
        <p:spPr>
          <a:xfrm xmlns:a="http://schemas.openxmlformats.org/drawingml/2006/main">
            <a:off x="609600" y="457200"/>
            <a:ext cx="288036" cy="2880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E20E4-56E6-4EA5-9EC5-0CA9F7A8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" y="505206"/>
            <a:ext cx="1028700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97028-1382-46C6-B719-6618C99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THE PRODUCT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295F8-E4F5-4F05-ABF4-2EA06D7A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71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One quick capture.</a:t>
            </a:r>
          </a:p>
          <a:p xmlns:a="http://schemas.openxmlformats.org/drawingml/2006/main">
            <a:pPr algn="l">
              <a:defRPr sz="36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One calmer household.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E3E02-1514-4DEF-8E45-635F0E23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The core action takes seconds: name the item, choose a category, set the date. Nexpire does the sorting and language from there.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2B689-2F80-437C-9064-704B169E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40773-94D6-4ECB-8549-37F5BC1A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86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D19C4-7788-45A9-B897-B9A25399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86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Add the thing before it disappears into the day.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47164-F075-48D7-BE41-6ECBCA55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52101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5555D-E317-4673-AB02-B38D5A60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86B1D-8B98-4B9A-88F8-8B681EE2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7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Prioritise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07F61-997C-48ED-9F63-4F70FA45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768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Nearest expiry rises to the top automatically.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B7B9D-AF01-421F-835F-E59A052E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52101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E7DEA-9F2F-4B1B-9FFB-997125E7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A14DD-02C4-4DF9-BE2F-15274C14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67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28698-A9BD-418B-9858-2C48B5EB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67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Plain language tells you what deserves attention.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2AE44-C88D-47F6-ABB5-8E0D49E2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7524750" y="685800"/>
            <a:ext cx="2914650" cy="5600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19050">
            <a:solidFill>
              <a:srgbClr val="0E2C3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277E4-69F6-41B7-AC63-7175D7AA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7610475" y="771525"/>
            <a:ext cx="2743200" cy="542925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8EFE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EF592-BD92-48E2-9853-096ECECE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857250"/>
            <a:ext cx="762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0">
            <a:noFill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96e2ac35f4777"/>
          <a:stretch xmlns:a="http://schemas.openxmlformats.org/drawingml/2006/main"/>
        </p:blipFill>
        <p:spPr>
          <a:xfrm xmlns:a="http://schemas.openxmlformats.org/drawingml/2006/main">
            <a:off x="7810500" y="1209675"/>
            <a:ext cx="220028" cy="220028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FA0E5-BDBB-4BC0-9F75-B8825573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393" y="1246346"/>
            <a:ext cx="785813" cy="178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15BEA-C6A1-4598-85EC-21FB1660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323975"/>
            <a:ext cx="1343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rPr>
              <a:t>● Private on this device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F02E1E-BDB7-4C8F-83F1-AC21A1CC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76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ADD TO THE WATCHLIST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C6C9F-E1CA-4F3B-8BB1-C674C7BB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24075"/>
            <a:ext cx="2343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Add what matters.</a:t>
            </a:r>
          </a:p>
          <a:p xmlns:a="http://schemas.openxmlformats.org/drawingml/2006/main">
            <a:pPr algn="l">
              <a:defRPr sz="17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Keep its date in sight.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643A14-1016-4356-9F6C-AB6EED15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48025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A quiet place for the things that matter, before they become urgent.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075486-376B-4133-A5A7-9E3DFA67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24275"/>
            <a:ext cx="234315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5B2205-0385-4F80-8754-5D0C8D2F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WHAT SHOULD WE WATCH?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F6686-DF15-4078-8D00-D60C588C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Greek yogurt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0E284-F546-45C2-8B62-38035211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62450"/>
            <a:ext cx="2000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47E002-2BA2-444F-B08E-3B0E0E05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2437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Grocery     29 Sept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978FE6-9F5A-4A73-AF77-4B7EC08B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76825"/>
            <a:ext cx="23431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3243B6-79CC-4B76-928C-0119769F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rPr>
              <a:t>Add item    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725554-F066-47A7-86CE-D3E0FDAA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NEXPIRE  /  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EC0504-DCA8-45CD-808A-2A024CC3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DA"/>
            </a:solidFill>
          </a:ln>
        </p:spPr>
      </p:sp>
    </p:spTree>
    <p:extLst>
      <p:ext uri="{BB962C8B-B14F-4D97-AF65-F5344CB8AC3E}">
        <p14:creationId xmlns:p14="http://schemas.microsoft.com/office/powerpoint/2010/main" val="1224407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a7d068b0d4f65"/>
          <a:stretch xmlns:a="http://schemas.openxmlformats.org/drawingml/2006/main"/>
        </p:blipFill>
        <p:spPr>
          <a:xfrm xmlns:a="http://schemas.openxmlformats.org/drawingml/2006/main">
            <a:off x="609600" y="457200"/>
            <a:ext cx="288036" cy="2880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1993F-C67B-4101-A7B4-205E54C1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" y="505206"/>
            <a:ext cx="1028700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2B545-5077-449C-8A85-4749A5E0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PRODUCT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C03A0-7714-4F7C-8B4C-71A962C4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The list does the</a:t>
            </a:r>
          </a:p>
          <a:p xmlns:a="http://schemas.openxmlformats.org/drawingml/2006/main">
            <a:pPr algn="l">
              <a:defRPr sz="36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thinking for you.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18A5D-4733-486C-934C-E13CDEF6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3857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Expired items first. Stable ordering when dates match. Every row carries the date and the plain-language status.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4E5CB-F961-4634-9191-0DCF2B47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6D5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7CE43-8E3B-4B5B-8F41-A2C9F007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SORTED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48415-3D37-485B-997A-0947093D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38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Nearest expiry rises to the top.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350C3-40FA-439C-8711-0F2D51AF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9FB22-0738-4EAD-AD23-94E96199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339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FILTERED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7B0BD-12E8-4B6F-B08A-A58ED66E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339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Attention and Safe views cut the noise.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849CD-5E05-46A2-9963-CDBD50F4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B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BD240-B6EA-4C92-92FB-49C1BFAA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292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464A5-B440-4341-AA38-9F697238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292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The list stays on this device.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C2F43-30DE-4D9E-88EE-36905CD4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6667500" y="571500"/>
            <a:ext cx="3257550" cy="5715000"/>
          </a:xfrm>
          <a:prstGeom xmlns:a="http://schemas.openxmlformats.org/drawingml/2006/main" prst="roundRect">
            <a:avLst>
              <a:gd name="adj" fmla="val 9942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19050">
            <a:solidFill>
              <a:srgbClr val="0E2C3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3D7DD-2127-4DAB-A23D-577AE417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6753225" y="657225"/>
            <a:ext cx="3086100" cy="554355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E8EF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0E5E3-9CFE-42FF-B937-20801ED6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42950"/>
            <a:ext cx="762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0">
            <a:noFill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2138f8d31418a"/>
          <a:stretch xmlns:a="http://schemas.openxmlformats.org/drawingml/2006/main"/>
        </p:blipFill>
        <p:spPr>
          <a:xfrm xmlns:a="http://schemas.openxmlformats.org/drawingml/2006/main">
            <a:off x="6953250" y="1095375"/>
            <a:ext cx="220028" cy="220028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D8B839-F278-48F3-865B-3076E5E8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6143" y="1132046"/>
            <a:ext cx="785813" cy="178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569D7-AFCE-4F34-B3E9-4EFDCF7E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09675"/>
            <a:ext cx="1685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rPr>
              <a:t>● Private on this device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E5004-DBBF-4D2D-A228-120934AD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621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HOUSEHOLD WATCHLIST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83C8A-EF6B-4EAB-8020-C20EDE56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9775"/>
            <a:ext cx="2686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Keep the little</a:t>
            </a:r>
          </a:p>
          <a:p xmlns:a="http://schemas.openxmlformats.org/drawingml/2006/main">
            <a:pPr algn="l">
              <a:defRPr sz="17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deadlines visible.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9EAEC-18FF-4253-9A23-372472F4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57375"/>
            <a:ext cx="1590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Saturday 19 Sept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40892-0F05-4276-866F-23C482A4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81325"/>
            <a:ext cx="86995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35820-6E55-47E7-9DCE-48F999E9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76575"/>
            <a:ext cx="67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F6D5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6E2D2A-636B-417B-83C7-9D62B2AA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679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Need attention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EACC93-9184-4A34-8534-F68F4C03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981325"/>
            <a:ext cx="86995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8844B3-0F51-4C2E-9768-B07C5268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076575"/>
            <a:ext cx="67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25AD5E-B220-426C-9F64-6EF3F031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3371850"/>
            <a:ext cx="679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On your list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F08E62-FD00-4799-9021-30A43851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350" y="2981325"/>
            <a:ext cx="86995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EEF6ED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7A3137-B61D-41CE-946C-E0E51FBE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076575"/>
            <a:ext cx="67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F8B7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D46FCD-CD32-4C72-AF88-EA0A7B6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371850"/>
            <a:ext cx="679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Looking good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755547-EF83-4F30-A27F-C47A7F94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2686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2C96E6-1169-4D1B-887E-7B464890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D5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F236A7-9668-43DD-8F78-F765FF19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86200"/>
            <a:ext cx="2400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Paracetamol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3CC434-7175-4C42-9CBA-3C1E8D56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57650"/>
            <a:ext cx="2400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2 days overdue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3A2032-89BF-41E6-8ED1-149B223A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14825"/>
            <a:ext cx="2686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059365-3A35-4E41-8DDF-82618836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1482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D52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AFC3A4-4ADC-4202-AC49-88A8F2EC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391025"/>
            <a:ext cx="2400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Toothpaste - bathroom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6422FA-2F03-44E5-B919-FA966CD6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62475"/>
            <a:ext cx="2400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EF362E-AA14-47C6-994A-7CC8327F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9650"/>
            <a:ext cx="2686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D857F0-7974-468B-8345-EF9F761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96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60559D-802F-48A0-BE0D-5BC0737D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895850"/>
            <a:ext cx="2400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Whole milk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851447-156D-496D-9510-267926E7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067300"/>
            <a:ext cx="2400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3 days left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D6053D-842F-4B63-A3C5-A9E3AB43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24475"/>
            <a:ext cx="2686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821D8F-89F2-4CE7-8310-B9A39AE0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244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B7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F4EA3D-B49D-4447-B67F-FC0B186A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400675"/>
            <a:ext cx="2400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Mineral sunscreen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3883EF-374A-4B11-A2E5-9E277675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572125"/>
            <a:ext cx="2400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rPr>
              <a:t>Safe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1738AB-4F82-4CCF-9E94-B3D815CF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09800"/>
            <a:ext cx="15049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F6D52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F1B1DF-45DD-4B91-ABAA-725F9FEF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812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DECISION MADE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793B98-1D07-4BA2-8191-23F0902D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289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Act on what</a:t>
            </a:r>
          </a:p>
          <a:p xmlns:a="http://schemas.openxmlformats.org/drawingml/2006/main">
            <a:pPr algn="l">
              <a:defRPr sz="11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matters first.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14CE0F-5A93-45EA-98F6-E1170933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57475"/>
            <a:ext cx="57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6D52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8D4FFD-C86F-443F-8579-82E79889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NEXPIRE  /  05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B726D5-A538-4DA1-ACEA-7B6F58D7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DA"/>
            </a:solidFill>
          </a:ln>
        </p:spPr>
      </p:sp>
    </p:spTree>
    <p:extLst>
      <p:ext uri="{BB962C8B-B14F-4D97-AF65-F5344CB8AC3E}">
        <p14:creationId xmlns:p14="http://schemas.microsoft.com/office/powerpoint/2010/main" val="884932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3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b2f1a408e4802"/>
          <a:stretch xmlns:a="http://schemas.openxmlformats.org/drawingml/2006/main"/>
        </p:blipFill>
        <p:spPr>
          <a:xfrm xmlns:a="http://schemas.openxmlformats.org/drawingml/2006/main">
            <a:off x="609600" y="457200"/>
            <a:ext cx="288036" cy="2880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A3FC0-C5AA-446C-9767-AE27E186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" y="505206"/>
            <a:ext cx="1028700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2B157-44CF-45B1-8E5E-9D3F6375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TRUST BY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67CC6-EAE9-4ADD-B950-10AA51BA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57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BFAF5"/>
                </a:solidFill>
                <a:latin typeface="Georgia"/>
                <a:ea typeface="Georgia"/>
                <a:cs typeface="Georgia"/>
              </a:rPr>
              <a:t>Useful enough to keep.</a:t>
            </a:r>
          </a:p>
          <a:p xmlns:a="http://schemas.openxmlformats.org/drawingml/2006/main">
            <a:pPr algn="l">
              <a:defRPr sz="375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BFAF5"/>
                </a:solidFill>
                <a:latin typeface="Georgia"/>
                <a:ea typeface="Georgia"/>
                <a:cs typeface="Georgia"/>
              </a:rPr>
              <a:t>Private enough to trust.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39157-4523-44F4-9BF3-70F87DD9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Nexpire starts with a simple promise: your watchlist belongs to you, and it should keep working when the connection does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25FF7-A4B3-4BD1-ACAD-BD4067B7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1952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4A4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A14A6-3E9D-4846-8ADE-14197EDD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419100" cy="4191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DEF87-23D5-49D4-9D55-24B8A479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1452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A276C-24FA-4FA6-B2E8-DDD95F52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NO 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F4292-09A0-4061-9386-6B96D8F4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Open the app and start. No setup ceremony.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5DA6F-D01B-482E-A0AA-69446C6D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00200"/>
            <a:ext cx="1952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4A4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3EDB9-599F-43F6-91E3-D84C2D99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90700"/>
            <a:ext cx="419100" cy="4191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4F8B7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A9163-63C6-4A74-BC88-4BF70A08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1452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1F780-3FCF-4FDA-A01C-4B08B4C2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8125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ON DEVICE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41631-F9E7-4271-A1D5-34DBB3A4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003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Items persist in browser localStorage.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739E7-532E-490F-8E70-19B81571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1952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4A4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1D27E-59C7-4AA9-A6B3-BE4A48D8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419100" cy="4191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DF6D5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AFDFC-3E21-4016-86AE-EB8924C9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480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4FFDC-137D-42D6-B060-EE7468DC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OFFLINE 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ADB61-7257-4770-B5AD-7C565795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The PWA keeps an offline shell available.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C1663-5390-4BC8-AE67-4DB3E427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33750"/>
            <a:ext cx="1952625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4A4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50E2B-DEFD-42A1-86E0-CF5D5F87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24250"/>
            <a:ext cx="419100" cy="419100"/>
          </a:xfrm>
          <a:prstGeom xmlns:a="http://schemas.openxmlformats.org/drawingml/2006/main" prst="roundRect">
            <a:avLst>
              <a:gd name="adj" fmla="val 29545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A3F60-11ED-4E11-A142-545B859D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480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ACC772-45A4-49A7-BD4E-A5BCC8DF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14800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NO NOISE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9DC7D6-7E11-4C7A-9E63-BDE87940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No remote storage or analytics for item details.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BAD5A1-4C51-432B-99E1-6F79ABD4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NEXPIRE  /  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F3D77E-4677-44E0-A2C6-F0C870A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6268"/>
            </a:solidFill>
          </a:ln>
        </p:spPr>
      </p:sp>
    </p:spTree>
    <p:extLst>
      <p:ext uri="{BB962C8B-B14F-4D97-AF65-F5344CB8AC3E}">
        <p14:creationId xmlns:p14="http://schemas.microsoft.com/office/powerpoint/2010/main" val="13572379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7e25bedcc4879"/>
          <a:stretch xmlns:a="http://schemas.openxmlformats.org/drawingml/2006/main"/>
        </p:blipFill>
        <p:spPr>
          <a:xfrm xmlns:a="http://schemas.openxmlformats.org/drawingml/2006/main">
            <a:off x="609600" y="457200"/>
            <a:ext cx="288036" cy="2880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D5BE2-3525-4D06-A54B-E053970C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" y="505206"/>
            <a:ext cx="1028700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79383-209E-4B87-9740-D298F9BE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THE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84EB4-B489-4693-A5FB-2758A18F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334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A whole household</a:t>
            </a:r>
          </a:p>
          <a:p xmlns:a="http://schemas.openxmlformats.org/drawingml/2006/main">
            <a:pPr algn="l">
              <a:defRPr sz="36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in one small screen.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9B4BB-020C-492E-97B8-71778EB6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Mobile-first by default. Enough structure for a family-facing habit, with none of the weight of an inventory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0F6F9-D495-489E-A75C-403BD3BB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5905500" y="704850"/>
            <a:ext cx="2667000" cy="5143500"/>
          </a:xfrm>
          <a:prstGeom xmlns:a="http://schemas.openxmlformats.org/drawingml/2006/main" prst="roundRect">
            <a:avLst>
              <a:gd name="adj" fmla="val 12143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19050">
            <a:solidFill>
              <a:srgbClr val="0E2C3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4C0DD-9F0A-4616-B5A6-7B8FC592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5991225" y="790575"/>
            <a:ext cx="2495550" cy="4972050"/>
          </a:xfrm>
          <a:prstGeom xmlns:a="http://schemas.openxmlformats.org/drawingml/2006/main" prst="roundRect">
            <a:avLst>
              <a:gd name="adj" fmla="val 10687"/>
            </a:avLst>
          </a:prstGeom>
          <a:solidFill xmlns:a="http://schemas.openxmlformats.org/drawingml/2006/main">
            <a:srgbClr val="E8EFE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6A317-6861-4B11-B3BF-5BE8848C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76300"/>
            <a:ext cx="762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0">
            <a:noFill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06357c2cc40f1"/>
          <a:stretch xmlns:a="http://schemas.openxmlformats.org/drawingml/2006/main"/>
        </p:blipFill>
        <p:spPr>
          <a:xfrm xmlns:a="http://schemas.openxmlformats.org/drawingml/2006/main">
            <a:off x="6191250" y="1228725"/>
            <a:ext cx="220028" cy="22002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15D2B-2E06-451D-A7DD-49E15850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143" y="1265396"/>
            <a:ext cx="785813" cy="178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9D718-4728-484B-B149-56FE7949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43025"/>
            <a:ext cx="1095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rPr>
              <a:t>● Private on this device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CA180-EF3E-42C8-AE46-0DE3782E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954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HOUSEHOLD WATCHLIST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13EEE-2C06-4C2F-AFB4-1BB60F6B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Keep the little</a:t>
            </a:r>
          </a:p>
          <a:p xmlns:a="http://schemas.openxmlformats.org/drawingml/2006/main">
            <a:pPr algn="l">
              <a:defRPr sz="17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deadlines visible.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8F368-352A-4033-BFFF-A7C05786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907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Saturday 19 Sept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7DC4E-C503-4CEC-AB42-525147A6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14675"/>
            <a:ext cx="6731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EA066-4AE4-4180-BFE8-2933BBE8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4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F6D5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0930E-88A0-4E96-8C6F-6316911C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482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331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Need attention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E6C23-097F-4915-A772-7188B178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450" y="3114675"/>
            <a:ext cx="6731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E0C6B-0DA7-44C0-938C-34291FAB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700" y="3209925"/>
            <a:ext cx="4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DAE82-4545-4DB5-A251-3AF81FBC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700" y="3505200"/>
            <a:ext cx="482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On your 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9C9A8-7A17-4890-86F9-4E0867F3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3114675"/>
            <a:ext cx="6731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EEF6ED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718E2-1F29-4CD9-91C3-F2B3D033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900" y="3209925"/>
            <a:ext cx="4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F8B7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DC151-B081-4B2A-AB4C-5B819720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900" y="3505200"/>
            <a:ext cx="482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06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Looking good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94606-D0FE-400C-87E7-10C22BF4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959A0-3EB3-454E-9E40-5DAC6B25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D5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538FA2-17BE-42E9-9100-BDBDA223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19550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Paracetamol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A57398-F43D-42A0-AA61-8F9B2E10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91000"/>
            <a:ext cx="1809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2 days overdue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942A73-9BF6-4D71-AB37-CCF7E3C1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48175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11B96D-A18F-4FAF-B647-F3D1E0FF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481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D5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78DF31-1B96-41ED-BE3A-E3A8A646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524375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Toothpaste - bathroom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C838AA-D679-4272-B449-803F893E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95825"/>
            <a:ext cx="1809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37CC4D-A6D1-49E7-A4E5-3901FF90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76DC03-DB34-4201-8B38-1CC9B3E1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6DE98C-CA5A-45A1-A7C6-AAF911C9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29200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Whole milk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3F04BB-4821-4CD5-AB86-47C9280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200650"/>
            <a:ext cx="1809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3 days left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667DB3-87D2-4516-A05C-F84122E1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57825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B60EFD-623E-43AC-9E9D-DF3B6773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5782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B72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EA1C3D-52E4-452C-B7F1-C5124A75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534025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Mineral sunscreen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54FD41-77D5-42D1-BEE4-2D480C4D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705475"/>
            <a:ext cx="1809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rPr>
              <a:t>Safe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0555F5-E1DC-4C84-B2E2-7B82902A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096250" y="1104900"/>
            <a:ext cx="2667000" cy="5143500"/>
          </a:xfrm>
          <a:prstGeom xmlns:a="http://schemas.openxmlformats.org/drawingml/2006/main" prst="roundRect">
            <a:avLst>
              <a:gd name="adj" fmla="val 12143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19050">
            <a:solidFill>
              <a:srgbClr val="0E2C3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4283EA-5287-43DD-A63A-8A6A5F4E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181975" y="1190625"/>
            <a:ext cx="2495550" cy="4972050"/>
          </a:xfrm>
          <a:prstGeom xmlns:a="http://schemas.openxmlformats.org/drawingml/2006/main" prst="roundRect">
            <a:avLst>
              <a:gd name="adj" fmla="val 10687"/>
            </a:avLst>
          </a:prstGeom>
          <a:solidFill xmlns:a="http://schemas.openxmlformats.org/drawingml/2006/main">
            <a:srgbClr val="E8EFE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1BCC0A-A185-47EC-B1B2-A879B814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76350"/>
            <a:ext cx="762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0">
            <a:noFill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6f1e5c96e4726"/>
          <a:stretch xmlns:a="http://schemas.openxmlformats.org/drawingml/2006/main"/>
        </p:blipFill>
        <p:spPr>
          <a:xfrm xmlns:a="http://schemas.openxmlformats.org/drawingml/2006/main">
            <a:off x="8382000" y="1628775"/>
            <a:ext cx="220028" cy="220028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DC1BB4-0C0B-4513-8531-18BE0C1E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4893" y="1665446"/>
            <a:ext cx="785813" cy="178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21E7E1-2D63-44CE-A3AA-1ABB1752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43075"/>
            <a:ext cx="1095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rPr>
              <a:t>● Private on this device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0B444E-2D61-43CE-BE5D-329079F8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95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ADD TO THE WATCHLIST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3D4B31-DCF3-4064-A713-3D3D26D2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4317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Add what matters.</a:t>
            </a:r>
          </a:p>
          <a:p xmlns:a="http://schemas.openxmlformats.org/drawingml/2006/main">
            <a:pPr algn="l">
              <a:defRPr sz="17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Keep its date in sight.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A2D2A7-1E29-45B3-A067-A103EDAB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67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A quiet place for the things that matter, before they become urgent.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EFAE33-416D-4E8F-93E2-FA846E82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2095500" cy="118110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7D00DE-B8BF-40FB-BD38-C9AFCA34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9577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WHAT SHOULD WE WATCH?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5AB2E9-2A23-4B7E-836F-022F0318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529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Greek yogurt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82A004-6CB9-4EE5-9C81-F394B58F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81550"/>
            <a:ext cx="1752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330CB2-DA35-43CB-82DA-A0791857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43475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Grocery     29 Sept 2026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EEB3E5-631F-4598-98D7-3FB1ECFC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95925"/>
            <a:ext cx="209550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93473D-0277-4527-BD9D-EA634CB5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6007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rPr>
              <a:t>Add item    +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F6E431-44A0-4861-B75A-5FCB1970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476875"/>
            <a:ext cx="25717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2E1B97-7422-41EC-BB44-C541CC96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6102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One glance. One next step.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6CDB76-06E8-46F6-9138-17B577CB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NEXPIRE  /  07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CB3243-2A53-4F18-9675-BECC60F6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FDA"/>
            </a:solidFill>
          </a:ln>
        </p:spPr>
      </p:sp>
    </p:spTree>
    <p:extLst>
      <p:ext uri="{BB962C8B-B14F-4D97-AF65-F5344CB8AC3E}">
        <p14:creationId xmlns:p14="http://schemas.microsoft.com/office/powerpoint/2010/main" val="1661614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F6D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9C7E09-5D00-498F-8CAF-C15C5D70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D5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5E454-837D-43AF-B747-E2A7794F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F"/>
          </a:solidFill>
          <a:ln xmlns:a="http://schemas.openxmlformats.org/drawingml/2006/main" w="0">
            <a:noFill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31c6c3d4f474c"/>
          <a:stretch xmlns:a="http://schemas.openxmlformats.org/drawingml/2006/main"/>
        </p:blipFill>
        <p:spPr>
          <a:xfrm xmlns:a="http://schemas.openxmlformats.org/drawingml/2006/main">
            <a:off x="609600" y="609600"/>
            <a:ext cx="312039" cy="31203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F7B30-5514-47DA-9F34-B7DAF5A1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93" y="661606"/>
            <a:ext cx="1114425" cy="252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7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8F44D-9975-489B-BB16-791C44D0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94A4C-B181-481C-AC18-941AA740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BFAF5"/>
                </a:solidFill>
                <a:latin typeface="Georgia"/>
                <a:ea typeface="Georgia"/>
                <a:cs typeface="Georgia"/>
              </a:rPr>
              <a:t>Make the everyday</a:t>
            </a:r>
          </a:p>
          <a:p xmlns:a="http://schemas.openxmlformats.org/drawingml/2006/main">
            <a:pPr algn="l">
              <a:defRPr sz="420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BFAF5"/>
                </a:solidFill>
                <a:latin typeface="Georgia"/>
                <a:ea typeface="Georgia"/>
                <a:cs typeface="Georgia"/>
              </a:rPr>
              <a:t>easier to remember.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20847-DA81-4F09-8E59-99C1973E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E4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E4D9"/>
                </a:solidFill>
                <a:latin typeface="Helvetica Neue"/>
                <a:ea typeface="Helvetica Neue"/>
                <a:cs typeface="Helvetica Neue"/>
              </a:rPr>
              <a:t>A calm expiry tracker for the small deadlines that shape a home.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E2479-C321-4322-96EB-0C2ADFC8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638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2CF2C-17C1-4946-8BB9-2728D2FE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BFAF5"/>
                </a:solidFill>
                <a:latin typeface="Helvetica Neue"/>
                <a:ea typeface="Helvetica Neue"/>
                <a:cs typeface="Helvetica Neue"/>
              </a:rPr>
              <a:t>Core MVP ready to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CCBCC-3D57-4FDD-BA16-A722F24F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E4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FFE4D9"/>
                </a:solidFill>
                <a:latin typeface="Helvetica Neue"/>
                <a:ea typeface="Helvetica Neue"/>
                <a:cs typeface="Helvetica Neue"/>
              </a:rPr>
              <a:t>Add items  /  sort by urgency  /  filter attention  /  keep it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D9C5F-D0A5-4967-955F-3CDCE918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8239125" y="876300"/>
            <a:ext cx="2667000" cy="5143500"/>
          </a:xfrm>
          <a:prstGeom xmlns:a="http://schemas.openxmlformats.org/drawingml/2006/main" prst="roundRect">
            <a:avLst>
              <a:gd name="adj" fmla="val 12143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19050">
            <a:solidFill>
              <a:srgbClr val="0E2C3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83B46-48B7-44E8-B9C8-0D5E493F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8324850" y="962025"/>
            <a:ext cx="2495550" cy="4972050"/>
          </a:xfrm>
          <a:prstGeom xmlns:a="http://schemas.openxmlformats.org/drawingml/2006/main" prst="roundRect">
            <a:avLst>
              <a:gd name="adj" fmla="val 10687"/>
            </a:avLst>
          </a:prstGeom>
          <a:solidFill xmlns:a="http://schemas.openxmlformats.org/drawingml/2006/main">
            <a:srgbClr val="E8EF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66B8C-706B-4D7C-90F3-BE902B05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047750"/>
            <a:ext cx="762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0">
            <a:noFill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69b2006334898"/>
          <a:stretch xmlns:a="http://schemas.openxmlformats.org/drawingml/2006/main"/>
        </p:blipFill>
        <p:spPr>
          <a:xfrm xmlns:a="http://schemas.openxmlformats.org/drawingml/2006/main">
            <a:off x="8524875" y="1400175"/>
            <a:ext cx="220028" cy="22002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C339D-78B7-48EC-A760-23DCB208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768" y="1436846"/>
            <a:ext cx="785813" cy="178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nexpire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B953E-1AD7-47BD-97F5-24A4C678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14475"/>
            <a:ext cx="1095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rPr>
              <a:t>● Private on this device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8EED6-2B28-4D68-AEBB-75CBAEF6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669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HOUSEHOLD WATCHLIST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31E67-1446-44B6-BE59-28705D4B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1457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Keep the little</a:t>
            </a:r>
          </a:p>
          <a:p xmlns:a="http://schemas.openxmlformats.org/drawingml/2006/main">
            <a:pPr algn="l">
              <a:defRPr sz="1725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deadlines visible.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2A733-556C-44A3-BA62-8489EB78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6217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Saturday 19 Sept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070CF-2769-444E-AA7F-5D247B6E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86125"/>
            <a:ext cx="6731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B5C1B-0816-445C-90A7-4BFF993C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81375"/>
            <a:ext cx="4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DF6D5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BCF68C-2539-413D-A922-3EEA9A68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76650"/>
            <a:ext cx="482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331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Need attention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C74AA-485F-4918-BACB-D546D5F5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6075" y="3286125"/>
            <a:ext cx="6731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F82C1F-26D2-4007-BE1C-CF5C4046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325" y="3381375"/>
            <a:ext cx="4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B3F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F8CA7-1A76-4A2E-AD4E-9AF9D68D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325" y="3676650"/>
            <a:ext cx="482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On your list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B77F1-B0C8-4656-82F2-CB535712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275" y="3286125"/>
            <a:ext cx="673100" cy="600075"/>
          </a:xfrm>
          <a:prstGeom xmlns:a="http://schemas.openxmlformats.org/drawingml/2006/main" prst="roundRect">
            <a:avLst>
              <a:gd name="adj" fmla="val 15873"/>
            </a:avLst>
          </a:prstGeom>
          <a:solidFill xmlns:a="http://schemas.openxmlformats.org/drawingml/2006/main">
            <a:srgbClr val="EEF6ED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16FE5-89F8-4BBD-BD7A-3F74BE6E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25" y="3381375"/>
            <a:ext cx="48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F8B7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1B2B37-4182-4970-9682-569618FD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25" y="3676650"/>
            <a:ext cx="482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06"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>
                <a:solidFill>
                  <a:srgbClr val="6D7D7D"/>
                </a:solidFill>
                <a:latin typeface="Helvetica Neue"/>
                <a:ea typeface="Helvetica Neue"/>
                <a:cs typeface="Helvetica Neue"/>
              </a:rPr>
              <a:t>Looking good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813D46-6858-413E-BC87-7B1831A7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148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7CF21E-6D21-4E20-B6C0-40E28E68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1480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D5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353FEC-6D47-4DBF-8AE1-631D3F15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91000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Paracetamol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6A92B6-60E7-4F70-BC17-EC5A57F6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62450"/>
            <a:ext cx="1809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2 days overdue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F79032-6CB5-484A-8DD4-3DB4CDE0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19625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1CDD95-9879-4D30-BEFB-68645FA0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1962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D5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32C95A-D552-48CA-930D-D63B9399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95825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Toothpaste - bathroom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708A5B-8773-4EE1-B46C-67A5E6D5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7275"/>
            <a:ext cx="1809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DF6D52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F20D00-5E55-4B8E-8A99-EF48E564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12445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11931C-F593-4CB2-AE5F-978E7EAE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12445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7E9665-C423-4741-89FD-D1B41627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00650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Whole milk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BC1408-B9CC-4C29-812E-1EEA3A7F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372100"/>
            <a:ext cx="1809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3 days left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04B505-5930-4CF7-AA93-4B649FFB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629275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D5DFDA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81BDBA-4E14-499A-9018-5CBF5DF0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629275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B72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CC5A31-F529-44F0-A019-9784D1B8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705475"/>
            <a:ext cx="1809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B3F"/>
                </a:solidFill>
                <a:latin typeface="Helvetica Neue"/>
                <a:ea typeface="Helvetica Neue"/>
                <a:cs typeface="Helvetica Neue"/>
              </a:rPr>
              <a:t>Mineral sunscreen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83694F-4D3F-4557-9D22-1C4ED0B3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876925"/>
            <a:ext cx="1809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4F8B72"/>
                </a:solidFill>
                <a:latin typeface="Helvetica Neue"/>
                <a:ea typeface="Helvetica Neue"/>
                <a:cs typeface="Helvetica Neue"/>
              </a:rPr>
              <a:t>Safe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7E1F73-CAC7-4120-8B1F-8A47F789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B7CBC2"/>
                </a:solidFill>
                <a:latin typeface="Helvetica Neue"/>
                <a:ea typeface="Helvetica Neue"/>
                <a:cs typeface="Helvetica Neue"/>
              </a:rPr>
              <a:t>NEXPIRE  /  08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D7C50F-5F99-43D7-8440-E5676778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6268"/>
            </a:solidFill>
          </a:ln>
        </p:spPr>
      </p:sp>
    </p:spTree>
    <p:extLst>
      <p:ext uri="{BB962C8B-B14F-4D97-AF65-F5344CB8AC3E}">
        <p14:creationId xmlns:p14="http://schemas.microsoft.com/office/powerpoint/2010/main" val="78206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2026-09-19T11:47:04.4570000Z</dcterms:created>
  <dcterms:modified xsi:type="dcterms:W3CDTF">2026-09-19T11:47:04.4570000Z</dcterms:modified>
</coreProperties>
</file>